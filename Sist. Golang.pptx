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19ce73a8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19ce73a8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19ce73a8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19ce73a8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gif"/><Relationship Id="rId4" Type="http://schemas.openxmlformats.org/officeDocument/2006/relationships/image" Target="../media/image5.jp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9.jpg"/><Relationship Id="rId5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Go routines com Golang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Processamento assincrono com Outbox/Inbox Pattern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/>
              <a:t>Paradigma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20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Golang possui um paradigma concorrente, que em termos práticos significa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	“Podemos dividir processamento”.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Para isso acontecer, temos Go routines + Channels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pixel art of a gopher with big eyes . (Fornecido por Tenor)"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4350" y="3229800"/>
            <a:ext cx="16573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nning, scheme, Workflow icon (Fornecido por Getty Images)"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3400" y="226981"/>
            <a:ext cx="2888525" cy="288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, storage, server blue icon (Fornecido por Getty Images)"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3826" y="3229801"/>
            <a:ext cx="1828803" cy="182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86E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daço de fita adesiva prendendo uma nota ao slid" id="88" name="Google Shape;88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Caso de Uso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aleway"/>
                <a:ea typeface="Raleway"/>
                <a:cs typeface="Raleway"/>
                <a:sym typeface="Raleway"/>
              </a:rPr>
              <a:t>Upload de arquivo e processamento do texto - OCR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pt-BR" sz="1400">
                <a:latin typeface="Raleway"/>
                <a:ea typeface="Raleway"/>
                <a:cs typeface="Raleway"/>
                <a:sym typeface="Raleway"/>
              </a:rPr>
              <a:t>Eventos e mensageria (Publisher)</a:t>
            </a:r>
            <a:br>
              <a:rPr lang="pt-BR" sz="1400">
                <a:latin typeface="Raleway"/>
                <a:ea typeface="Raleway"/>
                <a:cs typeface="Raleway"/>
                <a:sym typeface="Raleway"/>
              </a:rPr>
            </a:br>
            <a:r>
              <a:rPr lang="pt-BR" sz="1200">
                <a:latin typeface="Raleway"/>
                <a:ea typeface="Raleway"/>
                <a:cs typeface="Raleway"/>
                <a:sym typeface="Raleway"/>
              </a:rPr>
              <a:t>Postam em um Outbox Pattern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pt-BR" sz="1400">
                <a:latin typeface="Raleway"/>
                <a:ea typeface="Raleway"/>
                <a:cs typeface="Raleway"/>
                <a:sym typeface="Raleway"/>
              </a:rPr>
              <a:t>Consumer (Subscriber)</a:t>
            </a:r>
            <a:br>
              <a:rPr lang="pt-BR" sz="1400">
                <a:latin typeface="Raleway"/>
                <a:ea typeface="Raleway"/>
                <a:cs typeface="Raleway"/>
                <a:sym typeface="Raleway"/>
              </a:rPr>
            </a:br>
            <a:r>
              <a:rPr lang="pt-BR" sz="1200">
                <a:latin typeface="Raleway"/>
                <a:ea typeface="Raleway"/>
                <a:cs typeface="Raleway"/>
                <a:sym typeface="Raleway"/>
              </a:rPr>
              <a:t>Consomem mensagens do RabbitMQ e fazem o processamento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aleway"/>
              <a:buChar char="➔"/>
            </a:pPr>
            <a:r>
              <a:rPr b="1" lang="pt-BR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Assincrono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pt-BR" sz="1400">
                <a:latin typeface="Raleway"/>
                <a:ea typeface="Raleway"/>
                <a:cs typeface="Raleway"/>
                <a:sym typeface="Raleway"/>
              </a:rPr>
              <a:t>API consegue executar operações enquanto processamento não termina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1030350" y="113550"/>
            <a:ext cx="3422400" cy="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3"/>
                </a:solidFill>
              </a:rPr>
              <a:t>Topologia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descr="Database, storage, server icon (Fornecido por Getty Images)"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500" y="1129327"/>
            <a:ext cx="1676948" cy="167692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type="title"/>
          </p:nvPr>
        </p:nvSpPr>
        <p:spPr>
          <a:xfrm>
            <a:off x="273500" y="2877325"/>
            <a:ext cx="33123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Application Interface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Possui processo próprio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Implementação chi.router possui go routines</a:t>
            </a:r>
            <a:endParaRPr sz="1800"/>
          </a:p>
        </p:txBody>
      </p:sp>
      <p:pic>
        <p:nvPicPr>
          <p:cNvPr descr="Database, storage, server blue icon (Fornecido por Getty Images)"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526" y="1129324"/>
            <a:ext cx="1676948" cy="1676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base, storage, server gray icon (Fornecido por Getty Images)"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6425" y="2897650"/>
            <a:ext cx="1941048" cy="194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>
            <p:ph type="title"/>
          </p:nvPr>
        </p:nvSpPr>
        <p:spPr>
          <a:xfrm>
            <a:off x="3733525" y="2897650"/>
            <a:ext cx="31629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Consumer</a:t>
            </a:r>
            <a:r>
              <a:rPr lang="pt-BR" sz="2400"/>
              <a:t> (Pub)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Possui processo próprio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Garante consumo/processamento e salva em Inbox (DB)</a:t>
            </a:r>
            <a:endParaRPr sz="1800"/>
          </a:p>
        </p:txBody>
      </p:sp>
      <p:sp>
        <p:nvSpPr>
          <p:cNvPr id="101" name="Google Shape;101;p16"/>
          <p:cNvSpPr/>
          <p:nvPr/>
        </p:nvSpPr>
        <p:spPr>
          <a:xfrm>
            <a:off x="2233750" y="1557750"/>
            <a:ext cx="1203300" cy="7701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6"/>
          <p:cNvSpPr/>
          <p:nvPr/>
        </p:nvSpPr>
        <p:spPr>
          <a:xfrm rot="5400000">
            <a:off x="6495375" y="661450"/>
            <a:ext cx="1602000" cy="27186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5525300" y="1037950"/>
            <a:ext cx="33123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Worker (Pub)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Possui processo próprio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 sz="1800"/>
              <a:t>Garante postagem em Outbox (DB)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291750" y="673550"/>
            <a:ext cx="33123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Application Interface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0" lang="pt-BR" sz="1800"/>
              <a:t>Controller p</a:t>
            </a:r>
            <a:r>
              <a:rPr b="0" lang="pt-BR" sz="1800"/>
              <a:t>osta no Storage</a:t>
            </a:r>
            <a:endParaRPr b="0" sz="1800"/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5198925" y="2872650"/>
            <a:ext cx="31629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Consumer (Pub)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0" lang="pt-BR" sz="2400"/>
              <a:t>Busca no storage</a:t>
            </a:r>
            <a:endParaRPr b="0"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0" lang="pt-BR" sz="1800"/>
              <a:t>Utiliza OCR para extrair texto de PDF</a:t>
            </a:r>
            <a:endParaRPr b="0" sz="1800"/>
          </a:p>
        </p:txBody>
      </p:sp>
      <p:sp>
        <p:nvSpPr>
          <p:cNvPr id="110" name="Google Shape;110;p17"/>
          <p:cNvSpPr/>
          <p:nvPr/>
        </p:nvSpPr>
        <p:spPr>
          <a:xfrm rot="5400000">
            <a:off x="1757769" y="1968250"/>
            <a:ext cx="636600" cy="375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storage (Fornecido por Getty Images)"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050" y="2872650"/>
            <a:ext cx="1966049" cy="1966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File PNG JPG PDF SVG (Fornecido por Getty Images)"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9175" y="673550"/>
            <a:ext cx="3422397" cy="10277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 rot="5400000">
            <a:off x="6462069" y="1968250"/>
            <a:ext cx="636600" cy="3753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/>
        </p:nvSpPr>
        <p:spPr>
          <a:xfrm>
            <a:off x="864575" y="219800"/>
            <a:ext cx="66237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Paralelismo de processamento - </a:t>
            </a:r>
            <a:r>
              <a:rPr b="1" lang="pt-BR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Execução sequencial</a:t>
            </a:r>
            <a:endParaRPr b="1" sz="2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3">
            <a:alphaModFix/>
          </a:blip>
          <a:srcRect b="0" l="0" r="49632" t="0"/>
          <a:stretch/>
        </p:blipFill>
        <p:spPr>
          <a:xfrm>
            <a:off x="3853949" y="1262075"/>
            <a:ext cx="5084901" cy="35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025" y="1646188"/>
            <a:ext cx="253365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864575" y="219800"/>
            <a:ext cx="66237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Execução sequencial</a:t>
            </a:r>
            <a:endParaRPr b="1" sz="2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3758700" y="1087052"/>
            <a:ext cx="5150826" cy="363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425" y="1507388"/>
            <a:ext cx="2533650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